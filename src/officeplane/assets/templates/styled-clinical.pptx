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E5E7EB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>
                <a:solidFill>
                  <a:srgbClr val="E5E7EB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>
                <a:solidFill>
                  <a:srgbClr val="E5E7EB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>
                <a:solidFill>
                  <a:srgbClr val="E5E7EB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E5E7EB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>
                <a:solidFill>
                  <a:srgbClr val="E5E7EB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>
                <a:solidFill>
                  <a:srgbClr val="E5E7EB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>
                <a:solidFill>
                  <a:srgbClr val="E5E7EB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E5E7EB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>
                <a:solidFill>
                  <a:srgbClr val="E5E7EB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>
                <a:solidFill>
                  <a:srgbClr val="E5E7EB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>
                <a:solidFill>
                  <a:srgbClr val="E5E7EB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E5E7EB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>
                <a:solidFill>
                  <a:srgbClr val="E5E7EB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>
                <a:solidFill>
                  <a:srgbClr val="E5E7EB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>
                <a:solidFill>
                  <a:srgbClr val="E5E7EB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E5E7EB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>
                <a:solidFill>
                  <a:srgbClr val="E5E7EB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>
                <a:solidFill>
                  <a:srgbClr val="E5E7EB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>
                <a:solidFill>
                  <a:srgbClr val="E5E7EB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E5E7EB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>
                <a:solidFill>
                  <a:srgbClr val="E5E7EB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>
                <a:solidFill>
                  <a:srgbClr val="E5E7EB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>
                <a:solidFill>
                  <a:srgbClr val="E5E7EB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E5E7EB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>
                <a:solidFill>
                  <a:srgbClr val="E5E7EB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>
                <a:solidFill>
                  <a:srgbClr val="E5E7EB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>
                <a:solidFill>
                  <a:srgbClr val="E5E7EB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solidFill>
                  <a:srgbClr val="E5E7EB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E5E7EB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>
                <a:solidFill>
                  <a:srgbClr val="E5E7EB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>
                <a:solidFill>
                  <a:srgbClr val="E5E7EB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>
                <a:solidFill>
                  <a:srgbClr val="E5E7EB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