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75"/>
  </p:normalViewPr>
  <p:slideViewPr>
    <p:cSldViewPr snapToGrid="0">
      <p:cViewPr varScale="1">
        <p:scale>
          <a:sx n="111" d="100"/>
          <a:sy n="111" d="100"/>
        </p:scale>
        <p:origin x="8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DABE2-A669-2509-64D9-68A99DE142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Just a test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3D5E7-BAA1-98C9-E92C-8D1DD05C55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Agentic DOCs </a:t>
            </a:r>
          </a:p>
        </p:txBody>
      </p:sp>
    </p:spTree>
    <p:extLst>
      <p:ext uri="{BB962C8B-B14F-4D97-AF65-F5344CB8AC3E}">
        <p14:creationId xmlns:p14="http://schemas.microsoft.com/office/powerpoint/2010/main" val="24600609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0</TotalTime>
  <Words>5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Celestial</vt:lpstr>
      <vt:lpstr>Just a test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Julio Almeida</dc:creator>
  <cp:lastModifiedBy>Julio Almeida</cp:lastModifiedBy>
  <cp:revision>1</cp:revision>
  <dcterms:created xsi:type="dcterms:W3CDTF">2026-01-02T17:32:46Z</dcterms:created>
  <dcterms:modified xsi:type="dcterms:W3CDTF">2026-01-02T17:33:12Z</dcterms:modified>
</cp:coreProperties>
</file>